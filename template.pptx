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Roboto Black"/>
      <p:bold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Montserrat"/>
      <p:regular r:id="rId31"/>
      <p:bold r:id="rId32"/>
      <p:italic r:id="rId33"/>
      <p:boldItalic r:id="rId34"/>
    </p:embeddedFont>
    <p:embeddedFont>
      <p:font typeface="Montserrat Light"/>
      <p:regular r:id="rId35"/>
      <p:bold r:id="rId36"/>
      <p:italic r:id="rId37"/>
      <p:boldItalic r:id="rId38"/>
    </p:embeddedFont>
    <p:embeddedFont>
      <p:font typeface="Roboto Light"/>
      <p:regular r:id="rId39"/>
      <p:bold r:id="rId40"/>
      <p:italic r:id="rId41"/>
      <p:boldItalic r:id="rId42"/>
    </p:embeddedFont>
    <p:embeddedFont>
      <p:font typeface="Roboto Mon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04CF25-F0C6-443D-9139-A8AC58A68B8C}">
  <a:tblStyle styleId="{EA04CF25-F0C6-443D-9139-A8AC58A68B8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bold.fntdata"/><Relationship Id="rId20" Type="http://schemas.openxmlformats.org/officeDocument/2006/relationships/slide" Target="slides/slide13.xml"/><Relationship Id="rId42" Type="http://schemas.openxmlformats.org/officeDocument/2006/relationships/font" Target="fonts/RobotoLight-boldItalic.fntdata"/><Relationship Id="rId41" Type="http://schemas.openxmlformats.org/officeDocument/2006/relationships/font" Target="fonts/RobotoLight-italic.fntdata"/><Relationship Id="rId22" Type="http://schemas.openxmlformats.org/officeDocument/2006/relationships/slide" Target="slides/slide15.xml"/><Relationship Id="rId44" Type="http://schemas.openxmlformats.org/officeDocument/2006/relationships/font" Target="fonts/RobotoMono-bold.fntdata"/><Relationship Id="rId21" Type="http://schemas.openxmlformats.org/officeDocument/2006/relationships/slide" Target="slides/slide14.xml"/><Relationship Id="rId43" Type="http://schemas.openxmlformats.org/officeDocument/2006/relationships/font" Target="fonts/RobotoMono-regular.fntdata"/><Relationship Id="rId24" Type="http://schemas.openxmlformats.org/officeDocument/2006/relationships/slide" Target="slides/slide17.xml"/><Relationship Id="rId46" Type="http://schemas.openxmlformats.org/officeDocument/2006/relationships/font" Target="fonts/RobotoMono-boldItalic.fntdata"/><Relationship Id="rId23" Type="http://schemas.openxmlformats.org/officeDocument/2006/relationships/slide" Target="slides/slide16.xml"/><Relationship Id="rId45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Black-boldItalic.fntdata"/><Relationship Id="rId25" Type="http://schemas.openxmlformats.org/officeDocument/2006/relationships/font" Target="fonts/RobotoBlack-bold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ontserrat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4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3.xml"/><Relationship Id="rId32" Type="http://schemas.openxmlformats.org/officeDocument/2006/relationships/font" Target="fonts/Montserrat-bold.fntdata"/><Relationship Id="rId13" Type="http://schemas.openxmlformats.org/officeDocument/2006/relationships/slide" Target="slides/slide6.xml"/><Relationship Id="rId35" Type="http://schemas.openxmlformats.org/officeDocument/2006/relationships/font" Target="fonts/MontserratLight-regular.fntdata"/><Relationship Id="rId12" Type="http://schemas.openxmlformats.org/officeDocument/2006/relationships/slide" Target="slides/slide5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8.xml"/><Relationship Id="rId37" Type="http://schemas.openxmlformats.org/officeDocument/2006/relationships/font" Target="fonts/MontserratLight-italic.fntdata"/><Relationship Id="rId14" Type="http://schemas.openxmlformats.org/officeDocument/2006/relationships/slide" Target="slides/slide7.xml"/><Relationship Id="rId36" Type="http://schemas.openxmlformats.org/officeDocument/2006/relationships/font" Target="fonts/MontserratLight-bold.fntdata"/><Relationship Id="rId17" Type="http://schemas.openxmlformats.org/officeDocument/2006/relationships/slide" Target="slides/slide10.xml"/><Relationship Id="rId39" Type="http://schemas.openxmlformats.org/officeDocument/2006/relationships/font" Target="fonts/RobotoLight-regular.fntdata"/><Relationship Id="rId16" Type="http://schemas.openxmlformats.org/officeDocument/2006/relationships/slide" Target="slides/slide9.xml"/><Relationship Id="rId38" Type="http://schemas.openxmlformats.org/officeDocument/2006/relationships/font" Target="fonts/MontserratLight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aab481dad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daab481dad_2_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aab481dad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daab481dad_2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aab481dad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daab481dad_2_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aab481dad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daab481dad_2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aab481dad_2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daab481dad_2_1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aab481dad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daab481dad_2_1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aab481dad_2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daab481dad_2_1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aab481dad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daab481dad_2_1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aab481dad_2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daab481dad_2_1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aab481dad_2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daab481dad_2_1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aab481dad_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daab481dad_2_1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aab481dad_2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daab481dad_2_1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aab481dad_2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daab481dad_2_1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aab481dad_2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daab481dad_2_1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aab481dad_2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daab481dad_2_2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daab481dad_2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daab481dad_2_2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daab481dad_2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daab481dad_2_2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23653"/>
          <a:stretch/>
        </p:blipFill>
        <p:spPr>
          <a:xfrm flipH="1" rot="10800000">
            <a:off x="-288540" y="141480"/>
            <a:ext cx="3336819" cy="502255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type="ctrTitle"/>
          </p:nvPr>
        </p:nvSpPr>
        <p:spPr>
          <a:xfrm>
            <a:off x="3124200" y="1094514"/>
            <a:ext cx="5731573" cy="484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 Black"/>
              <a:buNone/>
              <a:defRPr b="0" sz="27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3124199" y="2554252"/>
            <a:ext cx="5713297" cy="1314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5"/>
            <a:ext cx="37700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0723" y="4479459"/>
            <a:ext cx="1646774" cy="56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 rotWithShape="1">
          <a:blip r:embed="rId4">
            <a:alphaModFix/>
          </a:blip>
          <a:srcRect b="0" l="0" r="0" t="92210"/>
          <a:stretch/>
        </p:blipFill>
        <p:spPr>
          <a:xfrm flipH="1">
            <a:off x="5112059" y="2"/>
            <a:ext cx="4428493" cy="680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457200" y="195486"/>
            <a:ext cx="8229600" cy="59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Verdana"/>
              <a:buNone/>
              <a:defRPr b="1" sz="27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8" name="Google Shape;68;p15"/>
          <p:cNvSpPr/>
          <p:nvPr/>
        </p:nvSpPr>
        <p:spPr>
          <a:xfrm flipH="1" rot="10800000">
            <a:off x="-18510" y="357505"/>
            <a:ext cx="242646" cy="27002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000" y="4725000"/>
            <a:ext cx="1254284" cy="218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>
  <p:cSld name="Em branco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obrigado">
  <p:cSld name="Slide de obrigado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 rotWithShape="1">
          <a:blip r:embed="rId2">
            <a:alphaModFix/>
          </a:blip>
          <a:srcRect b="0" l="0" r="0" t="23653"/>
          <a:stretch/>
        </p:blipFill>
        <p:spPr>
          <a:xfrm flipH="1" rot="10800000">
            <a:off x="-288540" y="141480"/>
            <a:ext cx="3336819" cy="502255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>
            <p:ph type="ctrTitle"/>
          </p:nvPr>
        </p:nvSpPr>
        <p:spPr>
          <a:xfrm>
            <a:off x="3115060" y="1614454"/>
            <a:ext cx="5731574" cy="484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 Black"/>
              <a:buNone/>
              <a:defRPr b="0" sz="27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subTitle"/>
          </p:nvPr>
        </p:nvSpPr>
        <p:spPr>
          <a:xfrm>
            <a:off x="3124199" y="2554252"/>
            <a:ext cx="5713297" cy="1314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124200" y="4767265"/>
            <a:ext cx="37700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78" name="Google Shape;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0723" y="4479459"/>
            <a:ext cx="1646774" cy="56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/>
          <p:cNvPicPr preferRelativeResize="0"/>
          <p:nvPr/>
        </p:nvPicPr>
        <p:blipFill rotWithShape="1">
          <a:blip r:embed="rId4">
            <a:alphaModFix/>
          </a:blip>
          <a:srcRect b="0" l="0" r="0" t="92210"/>
          <a:stretch/>
        </p:blipFill>
        <p:spPr>
          <a:xfrm flipH="1">
            <a:off x="5112059" y="2"/>
            <a:ext cx="4428493" cy="680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/>
          <p:cNvPicPr preferRelativeResize="0"/>
          <p:nvPr/>
        </p:nvPicPr>
        <p:blipFill rotWithShape="1">
          <a:blip r:embed="rId2">
            <a:alphaModFix/>
          </a:blip>
          <a:srcRect b="0" l="0" r="0" t="23653"/>
          <a:stretch/>
        </p:blipFill>
        <p:spPr>
          <a:xfrm flipH="1" rot="10800000">
            <a:off x="-288540" y="141480"/>
            <a:ext cx="3336819" cy="502255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8"/>
          <p:cNvSpPr txBox="1"/>
          <p:nvPr>
            <p:ph type="title"/>
          </p:nvPr>
        </p:nvSpPr>
        <p:spPr>
          <a:xfrm>
            <a:off x="3048279" y="3305177"/>
            <a:ext cx="5638521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 Black"/>
              <a:buNone/>
              <a:defRPr b="0" sz="2700" cap="none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048279" y="2180035"/>
            <a:ext cx="5638521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just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just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just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just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just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85" name="Google Shape;85;p18"/>
          <p:cNvPicPr preferRelativeResize="0"/>
          <p:nvPr/>
        </p:nvPicPr>
        <p:blipFill rotWithShape="1">
          <a:blip r:embed="rId3">
            <a:alphaModFix/>
          </a:blip>
          <a:srcRect b="0" l="0" r="0" t="92210"/>
          <a:stretch/>
        </p:blipFill>
        <p:spPr>
          <a:xfrm flipH="1">
            <a:off x="5112059" y="2"/>
            <a:ext cx="4428493" cy="680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90723" y="4479459"/>
            <a:ext cx="1646774" cy="56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>
  <p:cSld name="Duas Partes de Conteúdo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90" name="Google Shape;90;p19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2" name="Google Shape;92;p19"/>
          <p:cNvSpPr txBox="1"/>
          <p:nvPr>
            <p:ph type="title"/>
          </p:nvPr>
        </p:nvSpPr>
        <p:spPr>
          <a:xfrm>
            <a:off x="457200" y="195486"/>
            <a:ext cx="8229600" cy="59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 Black"/>
              <a:buNone/>
              <a:defRPr b="0" sz="27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/>
          <p:nvPr/>
        </p:nvSpPr>
        <p:spPr>
          <a:xfrm flipH="1" rot="10800000">
            <a:off x="-18510" y="357505"/>
            <a:ext cx="242646" cy="27002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>
  <p:cSld name="Comparação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42900" lvl="0" marL="45720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sz="1800">
                <a:latin typeface="Roboto Black"/>
                <a:ea typeface="Roboto Black"/>
                <a:cs typeface="Roboto Black"/>
                <a:sym typeface="Roboto Black"/>
              </a:defRPr>
            </a:lvl1pPr>
            <a:lvl2pPr indent="-317500" lvl="1" marL="9144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just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just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7" name="Google Shape;97;p20"/>
          <p:cNvSpPr txBox="1"/>
          <p:nvPr>
            <p:ph idx="3" type="body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42900" lvl="0" marL="45720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sz="1800">
                <a:latin typeface="Roboto Black"/>
                <a:ea typeface="Roboto Black"/>
                <a:cs typeface="Roboto Black"/>
                <a:sym typeface="Roboto Black"/>
              </a:defRPr>
            </a:lvl1pPr>
            <a:lvl2pPr indent="-317500" lvl="1" marL="9144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4" type="body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just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just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1" name="Google Shape;101;p20"/>
          <p:cNvSpPr txBox="1"/>
          <p:nvPr>
            <p:ph type="title"/>
          </p:nvPr>
        </p:nvSpPr>
        <p:spPr>
          <a:xfrm>
            <a:off x="457200" y="195486"/>
            <a:ext cx="8229600" cy="59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 Black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0"/>
          <p:cNvSpPr/>
          <p:nvPr/>
        </p:nvSpPr>
        <p:spPr>
          <a:xfrm flipH="1" rot="10800000">
            <a:off x="-18510" y="357505"/>
            <a:ext cx="242646" cy="27002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>
  <p:cSld name="Somente título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457200" y="195486"/>
            <a:ext cx="8229600" cy="59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 Black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1"/>
          <p:cNvSpPr/>
          <p:nvPr/>
        </p:nvSpPr>
        <p:spPr>
          <a:xfrm flipH="1" rot="10800000">
            <a:off x="-18510" y="357505"/>
            <a:ext cx="242646" cy="27002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457201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Black"/>
              <a:buNone/>
              <a:defRPr b="1" sz="15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575050" y="204790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just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11" name="Google Shape;111;p22"/>
          <p:cNvSpPr txBox="1"/>
          <p:nvPr>
            <p:ph idx="2" type="body"/>
          </p:nvPr>
        </p:nvSpPr>
        <p:spPr>
          <a:xfrm>
            <a:off x="457201" y="1076327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just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just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just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just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just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2" name="Google Shape;112;p22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4" name="Google Shape;114;p22"/>
          <p:cNvSpPr/>
          <p:nvPr/>
        </p:nvSpPr>
        <p:spPr>
          <a:xfrm flipH="1" rot="10800000">
            <a:off x="-18510" y="357505"/>
            <a:ext cx="242646" cy="27002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Black"/>
              <a:buNone/>
              <a:defRPr b="0" sz="15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just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just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just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just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just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9" name="Google Shape;119;p23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1" name="Google Shape;121;p23"/>
          <p:cNvSpPr/>
          <p:nvPr/>
        </p:nvSpPr>
        <p:spPr>
          <a:xfrm flipH="1" rot="10800000">
            <a:off x="-18510" y="357505"/>
            <a:ext cx="242646" cy="27002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>
  <p:cSld name="Título e texto vertical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idx="1" type="body"/>
          </p:nvPr>
        </p:nvSpPr>
        <p:spPr>
          <a:xfrm rot="5400000">
            <a:off x="2874764" y="-1217412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6" name="Google Shape;126;p24"/>
          <p:cNvSpPr txBox="1"/>
          <p:nvPr/>
        </p:nvSpPr>
        <p:spPr>
          <a:xfrm>
            <a:off x="457200" y="195486"/>
            <a:ext cx="8229600" cy="59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 Black"/>
              <a:buNone/>
            </a:pPr>
            <a:r>
              <a:rPr b="0" lang="pt-BR" sz="27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Clique para editar o título mestre</a:t>
            </a:r>
            <a:endParaRPr b="0" sz="2700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27" name="Google Shape;127;p24"/>
          <p:cNvSpPr/>
          <p:nvPr/>
        </p:nvSpPr>
        <p:spPr>
          <a:xfrm flipH="1" rot="10800000">
            <a:off x="-18510" y="357505"/>
            <a:ext cx="242646" cy="27002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5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3" name="Google Shape;133;p25"/>
          <p:cNvSpPr/>
          <p:nvPr/>
        </p:nvSpPr>
        <p:spPr>
          <a:xfrm flipH="1" rot="10800000">
            <a:off x="-18510" y="357505"/>
            <a:ext cx="242646" cy="27002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Black"/>
              <a:buNone/>
              <a:defRPr b="0" i="0" sz="3000" u="none" cap="none" strike="noStrik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just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70000" y="4725000"/>
            <a:ext cx="1254284" cy="21882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ctrTitle"/>
          </p:nvPr>
        </p:nvSpPr>
        <p:spPr>
          <a:xfrm>
            <a:off x="3124200" y="1094514"/>
            <a:ext cx="5731573" cy="484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 Black"/>
              <a:buNone/>
            </a:pPr>
            <a:r>
              <a:rPr b="0" lang="pt-BR">
                <a:latin typeface="Roboto Black"/>
                <a:ea typeface="Roboto Black"/>
                <a:cs typeface="Roboto Black"/>
                <a:sym typeface="Roboto Black"/>
              </a:rPr>
              <a:t>Template de apresentações da UDESC</a:t>
            </a:r>
            <a:endParaRPr b="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39" name="Google Shape;139;p26"/>
          <p:cNvSpPr txBox="1"/>
          <p:nvPr>
            <p:ph idx="1" type="subTitle"/>
          </p:nvPr>
        </p:nvSpPr>
        <p:spPr>
          <a:xfrm>
            <a:off x="3124199" y="2554252"/>
            <a:ext cx="5713297" cy="1314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6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Gabriela Colebrusco Peres</a:t>
            </a:r>
            <a:endParaRPr/>
          </a:p>
          <a:p>
            <a:pPr indent="0" lvl="0" marL="0" rtl="0" algn="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Lab Design</a:t>
            </a:r>
            <a:endParaRPr/>
          </a:p>
          <a:p>
            <a:pPr indent="0" lvl="0" marL="0" rtl="0" algn="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Professor Marc Bogo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(Adaptado por Professor Msc. Jackson Antonio do Prado Lima)</a:t>
            </a:r>
            <a:endParaRPr/>
          </a:p>
          <a:p>
            <a:pPr indent="0" lvl="0" marL="0" rtl="0" algn="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30/12/2017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457200" y="195486"/>
            <a:ext cx="8229600" cy="59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Verdana"/>
              <a:buNone/>
            </a:pPr>
            <a:r>
              <a:rPr lang="pt-BR"/>
              <a:t>Lorem Ipsum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Utilize esse espaço para inserir um pequeno texto. </a:t>
            </a:r>
            <a:endParaRPr sz="1800"/>
          </a:p>
          <a:p>
            <a:pPr indent="-209550" lvl="1" marL="558800" rtl="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</a:pPr>
            <a:r>
              <a:rPr lang="pt-BR" sz="1500"/>
              <a:t>O texto deve ser o mais sintético possível, servindo apenas como apoio para a fala.</a:t>
            </a:r>
            <a:endParaRPr/>
          </a:p>
          <a:p>
            <a:pPr indent="-209550" lvl="1" marL="558800" rtl="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</a:pPr>
            <a:r>
              <a:rPr lang="pt-BR" sz="1500"/>
              <a:t>Não ultrapasse o espaço delimitado e mantenha o texto sempre centralizado na horizontal e vertical. </a:t>
            </a:r>
            <a:endParaRPr sz="1500"/>
          </a:p>
          <a:p>
            <a:pPr indent="-209550" lvl="1" marL="558800" rtl="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</a:pPr>
            <a:r>
              <a:rPr lang="pt-BR" sz="1500"/>
              <a:t>Escreva em caixa baixa e busque não alterar a fonte e o alinhamento do texto. </a:t>
            </a:r>
            <a:endParaRPr/>
          </a:p>
          <a:p>
            <a:pPr indent="-209550" lvl="1" marL="558800" rtl="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</a:pPr>
            <a:r>
              <a:rPr lang="pt-BR" sz="1500"/>
              <a:t>Em relação ao tamanho do texto vise sempre manter um padrão com a melhor visibilidade. Para isso ajuste a área da caixa de texto e o texto irá se adaptar.</a:t>
            </a:r>
            <a:endParaRPr/>
          </a:p>
          <a:p>
            <a:pPr indent="-254000" lvl="0" marL="2540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Divida textos maiores em mais de um slide. Se não for possível, a fonte pode ser reduzida, no máximo, ao tamanho 12. Estes foram escolhidos para melhor visualização. </a:t>
            </a:r>
            <a:endParaRPr/>
          </a:p>
          <a:p>
            <a:pPr indent="-139700" lvl="0" marL="2540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139700" lvl="0" marL="2540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139700" lvl="0" marL="2540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146" name="Google Shape;146;p27"/>
          <p:cNvSpPr/>
          <p:nvPr/>
        </p:nvSpPr>
        <p:spPr>
          <a:xfrm flipH="1" rot="10800000">
            <a:off x="-18510" y="357505"/>
            <a:ext cx="242646" cy="27002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00" y="4725000"/>
            <a:ext cx="1254284" cy="21882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7"/>
          <p:cNvSpPr/>
          <p:nvPr/>
        </p:nvSpPr>
        <p:spPr>
          <a:xfrm>
            <a:off x="0" y="5048250"/>
            <a:ext cx="1075765" cy="1143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Verdana"/>
                <a:ea typeface="Verdana"/>
                <a:cs typeface="Verdana"/>
                <a:sym typeface="Verdana"/>
              </a:rPr>
              <a:t>“Este é um exemplo de citação. Deve ser colocado entre aspas, e a fonte entre parênteses.” </a:t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 sz="2100">
                <a:latin typeface="Verdana"/>
                <a:ea typeface="Verdana"/>
                <a:cs typeface="Verdana"/>
                <a:sym typeface="Verdana"/>
              </a:rPr>
              <a:t>(BAKHTIN, 1987, p. 388)</a:t>
            </a:r>
            <a:endParaRPr/>
          </a:p>
        </p:txBody>
      </p:sp>
      <p:pic>
        <p:nvPicPr>
          <p:cNvPr id="154" name="Google Shape;15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00" y="4725000"/>
            <a:ext cx="1254284" cy="21882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8"/>
          <p:cNvSpPr/>
          <p:nvPr/>
        </p:nvSpPr>
        <p:spPr>
          <a:xfrm>
            <a:off x="0" y="5048250"/>
            <a:ext cx="1613647" cy="1143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8"/>
          <p:cNvSpPr txBox="1"/>
          <p:nvPr>
            <p:ph type="title"/>
          </p:nvPr>
        </p:nvSpPr>
        <p:spPr>
          <a:xfrm>
            <a:off x="457200" y="195486"/>
            <a:ext cx="8229600" cy="59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Verdana"/>
              <a:buNone/>
            </a:pPr>
            <a:r>
              <a:rPr lang="pt-BR"/>
              <a:t>Lorem Ipsum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-217170" lvl="0" marL="215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pt-BR">
                <a:latin typeface="Verdana"/>
                <a:ea typeface="Verdana"/>
                <a:cs typeface="Verdana"/>
                <a:sym typeface="Verdana"/>
              </a:rPr>
              <a:t>Tópicos: </a:t>
            </a:r>
            <a:r>
              <a:rPr lang="pt-BR">
                <a:latin typeface="Verdana"/>
                <a:ea typeface="Verdana"/>
                <a:cs typeface="Verdana"/>
                <a:sym typeface="Verdana"/>
              </a:rPr>
              <a:t>Utilize este formato para tópicos.</a:t>
            </a:r>
            <a:endParaRPr/>
          </a:p>
          <a:p>
            <a:pPr indent="-255270" lvl="0" marL="254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pt-BR">
                <a:latin typeface="Verdana"/>
                <a:ea typeface="Verdana"/>
                <a:cs typeface="Verdana"/>
                <a:sym typeface="Verdana"/>
              </a:rPr>
              <a:t>Subtópicos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  <a:p>
            <a:pPr indent="-224949" lvl="1" marL="5207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>
                <a:latin typeface="Verdana"/>
                <a:ea typeface="Verdana"/>
                <a:cs typeface="Verdana"/>
                <a:sym typeface="Verdana"/>
              </a:rPr>
              <a:t>Utilize este formato quando precisar utilizar subtópicos.</a:t>
            </a:r>
            <a:endParaRPr/>
          </a:p>
          <a:p>
            <a:pPr indent="-224949" lvl="1" marL="5207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>
                <a:latin typeface="Verdana"/>
                <a:ea typeface="Verdana"/>
                <a:cs typeface="Verdana"/>
                <a:sym typeface="Verdana"/>
              </a:rPr>
              <a:t>Neste caso, o título fica em negrito, sem marcador, e os itens são listados com marcador.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17170" lvl="0" marL="215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pt-BR">
                <a:latin typeface="Verdana"/>
                <a:ea typeface="Verdana"/>
                <a:cs typeface="Verdana"/>
                <a:sym typeface="Verdana"/>
              </a:rPr>
              <a:t>Negrito: </a:t>
            </a:r>
            <a:r>
              <a:rPr lang="pt-BR">
                <a:latin typeface="Verdana"/>
                <a:ea typeface="Verdana"/>
                <a:cs typeface="Verdana"/>
                <a:sym typeface="Verdana"/>
              </a:rPr>
              <a:t>Utilizar o negrito para destacar uma palavra chave.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17170" lvl="0" marL="215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pt-BR">
                <a:latin typeface="Verdana"/>
                <a:ea typeface="Verdana"/>
                <a:cs typeface="Verdana"/>
                <a:sym typeface="Verdana"/>
              </a:rPr>
              <a:t>Descrição: </a:t>
            </a:r>
            <a:r>
              <a:rPr lang="pt-BR">
                <a:latin typeface="Verdana"/>
                <a:ea typeface="Verdana"/>
                <a:cs typeface="Verdana"/>
                <a:sym typeface="Verdana"/>
              </a:rPr>
              <a:t>Quando necessário, você pode adicionar uma curta descrição. </a:t>
            </a:r>
            <a:endParaRPr/>
          </a:p>
          <a:p>
            <a:pPr indent="-217170" lvl="0" marL="215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pt-BR">
                <a:latin typeface="Verdana"/>
                <a:ea typeface="Verdana"/>
                <a:cs typeface="Verdana"/>
                <a:sym typeface="Verdana"/>
              </a:rPr>
              <a:t>Pontos: </a:t>
            </a:r>
            <a:r>
              <a:rPr lang="pt-BR">
                <a:latin typeface="Verdana"/>
                <a:ea typeface="Verdana"/>
                <a:cs typeface="Verdana"/>
                <a:sym typeface="Verdana"/>
              </a:rPr>
              <a:t>utilize os pontos em vez de setas, asteriscos ou hífen.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2" name="Google Shape;16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00" y="4725000"/>
            <a:ext cx="1254284" cy="21882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9"/>
          <p:cNvSpPr/>
          <p:nvPr/>
        </p:nvSpPr>
        <p:spPr>
          <a:xfrm flipH="1" rot="10800000">
            <a:off x="-18510" y="357505"/>
            <a:ext cx="242646" cy="27002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9"/>
          <p:cNvSpPr/>
          <p:nvPr/>
        </p:nvSpPr>
        <p:spPr>
          <a:xfrm>
            <a:off x="0" y="5048250"/>
            <a:ext cx="2151530" cy="1143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9"/>
          <p:cNvSpPr txBox="1"/>
          <p:nvPr>
            <p:ph type="title"/>
          </p:nvPr>
        </p:nvSpPr>
        <p:spPr>
          <a:xfrm>
            <a:off x="457200" y="195486"/>
            <a:ext cx="8229600" cy="59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Verdana"/>
              <a:buNone/>
            </a:pPr>
            <a:r>
              <a:rPr lang="pt-BR"/>
              <a:t>Lorem Ipsum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Verdana"/>
                <a:ea typeface="Verdana"/>
                <a:cs typeface="Verdana"/>
                <a:sym typeface="Verdana"/>
              </a:rPr>
              <a:t>Insira aqui um link para vídeo.</a:t>
            </a:r>
            <a:endParaRPr sz="2100">
              <a:latin typeface="Verdana"/>
              <a:ea typeface="Verdana"/>
              <a:cs typeface="Verdana"/>
              <a:sym typeface="Verdana"/>
            </a:endParaRPr>
          </a:p>
          <a:p>
            <a:pPr indent="-1016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00" y="4725000"/>
            <a:ext cx="1254284" cy="21882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0"/>
          <p:cNvSpPr/>
          <p:nvPr/>
        </p:nvSpPr>
        <p:spPr>
          <a:xfrm flipH="1" rot="10800000">
            <a:off x="-18511" y="357505"/>
            <a:ext cx="242646" cy="27002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0"/>
          <p:cNvSpPr/>
          <p:nvPr/>
        </p:nvSpPr>
        <p:spPr>
          <a:xfrm>
            <a:off x="0" y="5048250"/>
            <a:ext cx="2689412" cy="1143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0"/>
          <p:cNvSpPr txBox="1"/>
          <p:nvPr>
            <p:ph type="title"/>
          </p:nvPr>
        </p:nvSpPr>
        <p:spPr>
          <a:xfrm>
            <a:off x="457200" y="195486"/>
            <a:ext cx="8229600" cy="59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Verdana"/>
              <a:buNone/>
            </a:pPr>
            <a:r>
              <a:rPr lang="pt-BR"/>
              <a:t>Lorem Ipsum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idx="1" type="body"/>
          </p:nvPr>
        </p:nvSpPr>
        <p:spPr>
          <a:xfrm>
            <a:off x="457200" y="3858239"/>
            <a:ext cx="3959313" cy="73638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Verdana"/>
                <a:ea typeface="Verdana"/>
                <a:cs typeface="Verdana"/>
                <a:sym typeface="Verdana"/>
              </a:rPr>
              <a:t>Mantenha o alinhamento da imagem. Insira aqui uma legenda curta.</a:t>
            </a:r>
            <a:endParaRPr/>
          </a:p>
          <a:p>
            <a:pPr indent="-15240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80" name="Google Shape;18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6" y="1059582"/>
            <a:ext cx="3948967" cy="2632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000" y="4725000"/>
            <a:ext cx="1254284" cy="21882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1"/>
          <p:cNvSpPr/>
          <p:nvPr/>
        </p:nvSpPr>
        <p:spPr>
          <a:xfrm flipH="1" rot="10800000">
            <a:off x="-18510" y="357505"/>
            <a:ext cx="242646" cy="27002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1"/>
          <p:cNvSpPr/>
          <p:nvPr/>
        </p:nvSpPr>
        <p:spPr>
          <a:xfrm>
            <a:off x="0" y="5048250"/>
            <a:ext cx="3227294" cy="1143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1"/>
          <p:cNvSpPr txBox="1"/>
          <p:nvPr>
            <p:ph type="title"/>
          </p:nvPr>
        </p:nvSpPr>
        <p:spPr>
          <a:xfrm>
            <a:off x="457200" y="195486"/>
            <a:ext cx="8229600" cy="59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Verdana"/>
              <a:buNone/>
            </a:pPr>
            <a:r>
              <a:rPr lang="pt-BR"/>
              <a:t>Lorem Ipsum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540" y="1041287"/>
            <a:ext cx="3459866" cy="2306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000" y="4725000"/>
            <a:ext cx="1254284" cy="21882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2"/>
          <p:cNvSpPr/>
          <p:nvPr/>
        </p:nvSpPr>
        <p:spPr>
          <a:xfrm flipH="1" rot="10800000">
            <a:off x="-18510" y="357505"/>
            <a:ext cx="242646" cy="27002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2"/>
          <p:cNvSpPr/>
          <p:nvPr/>
        </p:nvSpPr>
        <p:spPr>
          <a:xfrm>
            <a:off x="0" y="5048250"/>
            <a:ext cx="3765176" cy="1143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2"/>
          <p:cNvSpPr txBox="1"/>
          <p:nvPr>
            <p:ph type="title"/>
          </p:nvPr>
        </p:nvSpPr>
        <p:spPr>
          <a:xfrm>
            <a:off x="457200" y="195486"/>
            <a:ext cx="8229600" cy="59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Verdana"/>
              <a:buNone/>
            </a:pPr>
            <a:r>
              <a:rPr lang="pt-BR"/>
              <a:t>Lorem Ipsum</a:t>
            </a:r>
            <a:endParaRPr/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4139952" y="1041288"/>
            <a:ext cx="4546848" cy="23065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 lnSpcReduction="20000"/>
          </a:bodyPr>
          <a:lstStyle/>
          <a:p>
            <a:pPr indent="-25908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>
                <a:latin typeface="Verdana"/>
                <a:ea typeface="Verdana"/>
                <a:cs typeface="Verdana"/>
                <a:sym typeface="Verdana"/>
              </a:rPr>
              <a:t>Utilize esse formato quando for necessário um pequeno texto para acompanhar a imagem. </a:t>
            </a:r>
            <a:endParaRPr/>
          </a:p>
          <a:p>
            <a:pPr indent="-25908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pt-BR">
                <a:latin typeface="Verdana"/>
                <a:ea typeface="Verdana"/>
                <a:cs typeface="Verdana"/>
                <a:sym typeface="Verdana"/>
              </a:rPr>
              <a:t>O texto pode ser destacado utilizando negrito. </a:t>
            </a:r>
            <a:r>
              <a:rPr lang="pt-BR">
                <a:latin typeface="Verdana"/>
                <a:ea typeface="Verdana"/>
                <a:cs typeface="Verdana"/>
                <a:sym typeface="Verdana"/>
              </a:rPr>
              <a:t>Aproxime sua imagem do tamanho deste modelo, e procure manter o espaço entre ela e este texto, a legenda, o subtítulo, e os limites do slide.</a:t>
            </a:r>
            <a:endParaRPr/>
          </a:p>
          <a:p>
            <a:pPr indent="-15240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00" y="4725000"/>
            <a:ext cx="1254284" cy="21882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3"/>
          <p:cNvSpPr/>
          <p:nvPr/>
        </p:nvSpPr>
        <p:spPr>
          <a:xfrm flipH="1" rot="10800000">
            <a:off x="-18510" y="357505"/>
            <a:ext cx="242646" cy="27002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539" y="1041287"/>
            <a:ext cx="2496201" cy="1664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3539" y="2931661"/>
            <a:ext cx="2496201" cy="158322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3"/>
          <p:cNvSpPr/>
          <p:nvPr/>
        </p:nvSpPr>
        <p:spPr>
          <a:xfrm>
            <a:off x="0" y="5048250"/>
            <a:ext cx="4303059" cy="1143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3"/>
          <p:cNvSpPr txBox="1"/>
          <p:nvPr>
            <p:ph type="title"/>
          </p:nvPr>
        </p:nvSpPr>
        <p:spPr>
          <a:xfrm>
            <a:off x="457200" y="195486"/>
            <a:ext cx="8229600" cy="59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Verdana"/>
              <a:buNone/>
            </a:pPr>
            <a:r>
              <a:rPr lang="pt-BR"/>
              <a:t>Lorem Ipsum</a:t>
            </a:r>
            <a:endParaRPr/>
          </a:p>
        </p:txBody>
      </p:sp>
      <p:sp>
        <p:nvSpPr>
          <p:cNvPr id="205" name="Google Shape;205;p33"/>
          <p:cNvSpPr txBox="1"/>
          <p:nvPr>
            <p:ph idx="1" type="body"/>
          </p:nvPr>
        </p:nvSpPr>
        <p:spPr>
          <a:xfrm>
            <a:off x="3599892" y="1041287"/>
            <a:ext cx="5086908" cy="16641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-25654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>
                <a:latin typeface="Verdana"/>
                <a:ea typeface="Verdana"/>
                <a:cs typeface="Verdana"/>
                <a:sym typeface="Verdana"/>
              </a:rPr>
              <a:t>No caso de mais de uma imagem, sempre mantenha o espaço em branco entre as duas imagens, imagem e título, imagem e texto, imagem e limites do slide e imagem e marca.</a:t>
            </a:r>
            <a:endParaRPr/>
          </a:p>
          <a:p>
            <a:pPr indent="-127000" lvl="0" marL="254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4"/>
          <p:cNvPicPr preferRelativeResize="0"/>
          <p:nvPr/>
        </p:nvPicPr>
        <p:blipFill rotWithShape="1">
          <a:blip r:embed="rId3">
            <a:alphaModFix/>
          </a:blip>
          <a:srcRect b="0" l="0" r="20040" t="0"/>
          <a:stretch/>
        </p:blipFill>
        <p:spPr>
          <a:xfrm>
            <a:off x="0" y="-6373"/>
            <a:ext cx="9144000" cy="5159487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4"/>
          <p:cNvSpPr/>
          <p:nvPr/>
        </p:nvSpPr>
        <p:spPr>
          <a:xfrm>
            <a:off x="0" y="4515968"/>
            <a:ext cx="9144000" cy="6371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4"/>
          <p:cNvSpPr txBox="1"/>
          <p:nvPr/>
        </p:nvSpPr>
        <p:spPr>
          <a:xfrm>
            <a:off x="3113838" y="4638332"/>
            <a:ext cx="4698522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Quando uma imagem merecer maior destaque, utilize este modelo de slide. Você pode adicionar uma descrição curta ou legenda aqui.  </a:t>
            </a:r>
            <a:endParaRPr sz="1100"/>
          </a:p>
        </p:txBody>
      </p:sp>
      <p:pic>
        <p:nvPicPr>
          <p:cNvPr id="213" name="Google Shape;21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000" y="4725000"/>
            <a:ext cx="1254284" cy="218823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4"/>
          <p:cNvSpPr/>
          <p:nvPr/>
        </p:nvSpPr>
        <p:spPr>
          <a:xfrm>
            <a:off x="0" y="5048250"/>
            <a:ext cx="4840941" cy="1143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/>
          <p:nvPr/>
        </p:nvSpPr>
        <p:spPr>
          <a:xfrm>
            <a:off x="8874" y="4515968"/>
            <a:ext cx="6858000" cy="6371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5"/>
          <p:cNvSpPr txBox="1"/>
          <p:nvPr/>
        </p:nvSpPr>
        <p:spPr>
          <a:xfrm>
            <a:off x="1979712" y="4638332"/>
            <a:ext cx="5454606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Quando uma imagem merecer maior destaque, utilize este modelo de slide. Você pode adicionar uma descrição curta ou legenda aqui.  </a:t>
            </a:r>
            <a:endParaRPr sz="1100"/>
          </a:p>
        </p:txBody>
      </p:sp>
      <p:pic>
        <p:nvPicPr>
          <p:cNvPr id="221" name="Google Shape;22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00" y="4725000"/>
            <a:ext cx="1254284" cy="21882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5"/>
          <p:cNvSpPr/>
          <p:nvPr/>
        </p:nvSpPr>
        <p:spPr>
          <a:xfrm flipH="1" rot="10800000">
            <a:off x="-18510" y="357505"/>
            <a:ext cx="242646" cy="27002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35"/>
          <p:cNvPicPr preferRelativeResize="0"/>
          <p:nvPr/>
        </p:nvPicPr>
        <p:blipFill rotWithShape="1">
          <a:blip r:embed="rId4">
            <a:alphaModFix/>
          </a:blip>
          <a:srcRect b="13384" l="0" r="20040" t="16473"/>
          <a:stretch/>
        </p:blipFill>
        <p:spPr>
          <a:xfrm>
            <a:off x="897142" y="835731"/>
            <a:ext cx="6858001" cy="361905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5"/>
          <p:cNvSpPr/>
          <p:nvPr/>
        </p:nvSpPr>
        <p:spPr>
          <a:xfrm>
            <a:off x="0" y="5048250"/>
            <a:ext cx="5378824" cy="1143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5"/>
          <p:cNvSpPr txBox="1"/>
          <p:nvPr>
            <p:ph type="title"/>
          </p:nvPr>
        </p:nvSpPr>
        <p:spPr>
          <a:xfrm>
            <a:off x="457200" y="195486"/>
            <a:ext cx="8229600" cy="59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Verdana"/>
              <a:buNone/>
            </a:pPr>
            <a:r>
              <a:rPr lang="pt-BR"/>
              <a:t>Lorem Ipsum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p36"/>
          <p:cNvGraphicFramePr/>
          <p:nvPr/>
        </p:nvGraphicFramePr>
        <p:xfrm>
          <a:off x="2519772" y="13112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{EA04CF25-F0C6-443D-9139-A8AC58A68B8C}</a:tableStyleId>
              </a:tblPr>
              <a:tblGrid>
                <a:gridCol w="406800"/>
                <a:gridCol w="406800"/>
                <a:gridCol w="406800"/>
                <a:gridCol w="406800"/>
                <a:gridCol w="406800"/>
                <a:gridCol w="406800"/>
                <a:gridCol w="406800"/>
                <a:gridCol w="406800"/>
                <a:gridCol w="406800"/>
                <a:gridCol w="406800"/>
              </a:tblGrid>
              <a:tr h="2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Ex.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0500" marB="30500" marR="61025" marL="610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Ex.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0500" marB="30500" marR="61025" marL="610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Ex.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0500" marB="30500" marR="61025" marL="610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Ex.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0500" marB="30500" marR="61025" marL="610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Ex.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0500" marB="30500" marR="61025" marL="610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0500" marB="30500" marR="61025" marL="610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Ex.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0500" marB="30500" marR="61025" marL="610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Ex.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0500" marB="30500" marR="61025" marL="610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Ex.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0500" marB="30500" marR="61025" marL="610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Ex.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0500" marB="30500" marR="61025" marL="61025">
                    <a:solidFill>
                      <a:srgbClr val="D8D8D8"/>
                    </a:solidFill>
                  </a:tcPr>
                </a:tc>
              </a:tr>
              <a:tr h="2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Ex.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0500" marB="30500" marR="61025" marL="610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</a:t>
                      </a:r>
                      <a:endParaRPr sz="900" u="none" cap="none" strike="noStrik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</a:t>
                      </a:r>
                      <a:endParaRPr sz="900" u="none" cap="none" strike="noStrik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3</a:t>
                      </a:r>
                      <a:endParaRPr sz="900" u="none" cap="none" strike="noStrik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4</a:t>
                      </a:r>
                      <a:endParaRPr sz="900" u="none" cap="none" strike="noStrik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5</a:t>
                      </a:r>
                      <a:endParaRPr sz="900" u="none" cap="none" strike="noStrik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6</a:t>
                      </a:r>
                      <a:endParaRPr sz="900" u="none" cap="none" strike="noStrik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7</a:t>
                      </a:r>
                      <a:endParaRPr sz="900" u="none" cap="none" strike="noStrik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8</a:t>
                      </a:r>
                      <a:endParaRPr sz="900" u="none" cap="none" strike="noStrik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...</a:t>
                      </a:r>
                      <a:endParaRPr sz="900" u="none" cap="none" strike="noStrik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30500" marB="30500" marR="61025" marL="61025"/>
                </a:tc>
              </a:tr>
              <a:tr h="2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Ex.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0500" marB="30500" marR="61025" marL="610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</a:tr>
              <a:tr h="2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Ex.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0500" marB="30500" marR="61025" marL="610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</a:tr>
              <a:tr h="2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Ex.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0500" marB="30500" marR="61025" marL="610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</a:tr>
              <a:tr h="2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Ex.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0500" marB="30500" marR="61025" marL="610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</a:tr>
              <a:tr h="2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Ex.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0500" marB="30500" marR="61025" marL="610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</a:tr>
              <a:tr h="2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Ex.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0500" marB="30500" marR="61025" marL="610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0500" marB="30500" marR="61025" marL="61025"/>
                </a:tc>
              </a:tr>
            </a:tbl>
          </a:graphicData>
        </a:graphic>
      </p:graphicFrame>
      <p:pic>
        <p:nvPicPr>
          <p:cNvPr id="231" name="Google Shape;23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00" y="4725000"/>
            <a:ext cx="1254284" cy="218823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6"/>
          <p:cNvSpPr/>
          <p:nvPr/>
        </p:nvSpPr>
        <p:spPr>
          <a:xfrm flipH="1" rot="10800000">
            <a:off x="-17020" y="357505"/>
            <a:ext cx="242646" cy="27002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6"/>
          <p:cNvSpPr txBox="1"/>
          <p:nvPr/>
        </p:nvSpPr>
        <p:spPr>
          <a:xfrm>
            <a:off x="2412225" y="3417207"/>
            <a:ext cx="4158462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Utilize esse slide para apresentar uma tabela. Mantenha o estilo de cores, barras e linhas, que foram escolhidos para melhor visualização e entendimento dos dados.</a:t>
            </a:r>
            <a:endParaRPr sz="1100"/>
          </a:p>
        </p:txBody>
      </p:sp>
      <p:sp>
        <p:nvSpPr>
          <p:cNvPr id="234" name="Google Shape;234;p36"/>
          <p:cNvSpPr/>
          <p:nvPr/>
        </p:nvSpPr>
        <p:spPr>
          <a:xfrm>
            <a:off x="0" y="5048250"/>
            <a:ext cx="5916706" cy="1143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6"/>
          <p:cNvSpPr txBox="1"/>
          <p:nvPr>
            <p:ph type="title"/>
          </p:nvPr>
        </p:nvSpPr>
        <p:spPr>
          <a:xfrm>
            <a:off x="457200" y="195486"/>
            <a:ext cx="8229600" cy="59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Verdana"/>
              <a:buNone/>
            </a:pPr>
            <a:r>
              <a:rPr lang="pt-BR"/>
              <a:t>Lorem Ipsum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9802" y="1188416"/>
            <a:ext cx="4095810" cy="3072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000" y="4725000"/>
            <a:ext cx="1254284" cy="218823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7"/>
          <p:cNvSpPr/>
          <p:nvPr/>
        </p:nvSpPr>
        <p:spPr>
          <a:xfrm flipH="1" rot="10800000">
            <a:off x="-18510" y="357505"/>
            <a:ext cx="242646" cy="27002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7"/>
          <p:cNvSpPr/>
          <p:nvPr/>
        </p:nvSpPr>
        <p:spPr>
          <a:xfrm>
            <a:off x="0" y="5048250"/>
            <a:ext cx="6454588" cy="1143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7"/>
          <p:cNvSpPr txBox="1"/>
          <p:nvPr>
            <p:ph type="title"/>
          </p:nvPr>
        </p:nvSpPr>
        <p:spPr>
          <a:xfrm>
            <a:off x="457200" y="195486"/>
            <a:ext cx="8229600" cy="59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Verdana"/>
              <a:buNone/>
            </a:pPr>
            <a:r>
              <a:rPr lang="pt-BR"/>
              <a:t>Lorem Ipsum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/>
          <p:nvPr>
            <p:ph idx="1" type="body"/>
          </p:nvPr>
        </p:nvSpPr>
        <p:spPr>
          <a:xfrm>
            <a:off x="457200" y="1200152"/>
            <a:ext cx="433082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>
                <a:latin typeface="Verdana"/>
                <a:ea typeface="Verdana"/>
                <a:cs typeface="Verdana"/>
                <a:sym typeface="Verdana"/>
              </a:rPr>
              <a:t>Este é um slide para apresentação de gráficos. Mantenha as cores das barras, que foram escolhidas para melhor contraste.</a:t>
            </a:r>
            <a:endParaRPr/>
          </a:p>
          <a:p>
            <a:pPr indent="-1016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50" name="Google Shape;25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0581" y="1658381"/>
            <a:ext cx="3303779" cy="2478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000" y="4725000"/>
            <a:ext cx="1254284" cy="21882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8"/>
          <p:cNvSpPr/>
          <p:nvPr/>
        </p:nvSpPr>
        <p:spPr>
          <a:xfrm flipH="1" rot="10800000">
            <a:off x="-18510" y="357505"/>
            <a:ext cx="242646" cy="27002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8"/>
          <p:cNvSpPr/>
          <p:nvPr/>
        </p:nvSpPr>
        <p:spPr>
          <a:xfrm>
            <a:off x="0" y="5048250"/>
            <a:ext cx="6992471" cy="1143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8"/>
          <p:cNvSpPr txBox="1"/>
          <p:nvPr>
            <p:ph type="title"/>
          </p:nvPr>
        </p:nvSpPr>
        <p:spPr>
          <a:xfrm>
            <a:off x="457200" y="195486"/>
            <a:ext cx="8229600" cy="59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Verdana"/>
              <a:buNone/>
            </a:pPr>
            <a:r>
              <a:rPr lang="pt-BR"/>
              <a:t>Lorem Ipsum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39"/>
          <p:cNvGrpSpPr/>
          <p:nvPr/>
        </p:nvGrpSpPr>
        <p:grpSpPr>
          <a:xfrm>
            <a:off x="3085640" y="1276988"/>
            <a:ext cx="3045234" cy="3045234"/>
            <a:chOff x="1017843" y="1843"/>
            <a:chExt cx="4060312" cy="4060312"/>
          </a:xfrm>
        </p:grpSpPr>
        <p:sp>
          <p:nvSpPr>
            <p:cNvPr id="260" name="Google Shape;260;p39"/>
            <p:cNvSpPr/>
            <p:nvPr/>
          </p:nvSpPr>
          <p:spPr>
            <a:xfrm>
              <a:off x="1485285" y="469285"/>
              <a:ext cx="3125428" cy="3125428"/>
            </a:xfrm>
            <a:prstGeom prst="blockArc">
              <a:avLst>
                <a:gd fmla="val 10800000" name="adj1"/>
                <a:gd fmla="val 16200000" name="adj2"/>
                <a:gd fmla="val 4642" name="adj3"/>
              </a:avLst>
            </a:prstGeom>
            <a:solidFill>
              <a:srgbClr val="149B5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9"/>
            <p:cNvSpPr/>
            <p:nvPr/>
          </p:nvSpPr>
          <p:spPr>
            <a:xfrm>
              <a:off x="1485285" y="469285"/>
              <a:ext cx="3125428" cy="3125428"/>
            </a:xfrm>
            <a:prstGeom prst="blockArc">
              <a:avLst>
                <a:gd fmla="val 5400000" name="adj1"/>
                <a:gd fmla="val 10800000" name="adj2"/>
                <a:gd fmla="val 4642" name="adj3"/>
              </a:avLst>
            </a:prstGeom>
            <a:solidFill>
              <a:srgbClr val="149B5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9"/>
            <p:cNvSpPr/>
            <p:nvPr/>
          </p:nvSpPr>
          <p:spPr>
            <a:xfrm>
              <a:off x="1485285" y="469285"/>
              <a:ext cx="3125428" cy="3125428"/>
            </a:xfrm>
            <a:prstGeom prst="blockArc">
              <a:avLst>
                <a:gd fmla="val 0" name="adj1"/>
                <a:gd fmla="val 5400000" name="adj2"/>
                <a:gd fmla="val 4642" name="adj3"/>
              </a:avLst>
            </a:prstGeom>
            <a:solidFill>
              <a:srgbClr val="149B5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9"/>
            <p:cNvSpPr/>
            <p:nvPr/>
          </p:nvSpPr>
          <p:spPr>
            <a:xfrm>
              <a:off x="1485285" y="469285"/>
              <a:ext cx="3125428" cy="3125428"/>
            </a:xfrm>
            <a:prstGeom prst="blockArc">
              <a:avLst>
                <a:gd fmla="val 16200000" name="adj1"/>
                <a:gd fmla="val 0" name="adj2"/>
                <a:gd fmla="val 4642" name="adj3"/>
              </a:avLst>
            </a:prstGeom>
            <a:solidFill>
              <a:srgbClr val="149B5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9"/>
            <p:cNvSpPr/>
            <p:nvPr/>
          </p:nvSpPr>
          <p:spPr>
            <a:xfrm>
              <a:off x="2328416" y="1312416"/>
              <a:ext cx="1439167" cy="1439167"/>
            </a:xfrm>
            <a:prstGeom prst="ellipse">
              <a:avLst/>
            </a:prstGeom>
            <a:solidFill>
              <a:srgbClr val="D8D8D8"/>
            </a:solidFill>
            <a:ln cap="flat" cmpd="sng" w="25400">
              <a:solidFill>
                <a:srgbClr val="149B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9"/>
            <p:cNvSpPr txBox="1"/>
            <p:nvPr/>
          </p:nvSpPr>
          <p:spPr>
            <a:xfrm>
              <a:off x="2539177" y="1523177"/>
              <a:ext cx="1017645" cy="1017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000" lIns="20000" spcFirstLastPara="1" rIns="20000" wrap="square" tIns="20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66" name="Google Shape;266;p39"/>
            <p:cNvSpPr/>
            <p:nvPr/>
          </p:nvSpPr>
          <p:spPr>
            <a:xfrm>
              <a:off x="2544291" y="1843"/>
              <a:ext cx="1007417" cy="1007417"/>
            </a:xfrm>
            <a:prstGeom prst="ellipse">
              <a:avLst/>
            </a:prstGeom>
            <a:solidFill>
              <a:srgbClr val="D8D8D8"/>
            </a:solidFill>
            <a:ln cap="flat" cmpd="sng" w="25400">
              <a:solidFill>
                <a:srgbClr val="149B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9"/>
            <p:cNvSpPr txBox="1"/>
            <p:nvPr/>
          </p:nvSpPr>
          <p:spPr>
            <a:xfrm>
              <a:off x="2691824" y="149376"/>
              <a:ext cx="712351" cy="7123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325" lIns="13325" spcFirstLastPara="1" rIns="13325" wrap="square" tIns="1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68" name="Google Shape;268;p39"/>
            <p:cNvSpPr/>
            <p:nvPr/>
          </p:nvSpPr>
          <p:spPr>
            <a:xfrm>
              <a:off x="4070738" y="1528291"/>
              <a:ext cx="1007417" cy="1007417"/>
            </a:xfrm>
            <a:prstGeom prst="ellipse">
              <a:avLst/>
            </a:prstGeom>
            <a:solidFill>
              <a:srgbClr val="D8D8D8"/>
            </a:solidFill>
            <a:ln cap="flat" cmpd="sng" w="25400">
              <a:solidFill>
                <a:srgbClr val="149B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9"/>
            <p:cNvSpPr txBox="1"/>
            <p:nvPr/>
          </p:nvSpPr>
          <p:spPr>
            <a:xfrm>
              <a:off x="4218271" y="1675824"/>
              <a:ext cx="712351" cy="7123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325" lIns="13325" spcFirstLastPara="1" rIns="13325" wrap="square" tIns="1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70" name="Google Shape;270;p39"/>
            <p:cNvSpPr/>
            <p:nvPr/>
          </p:nvSpPr>
          <p:spPr>
            <a:xfrm>
              <a:off x="2544291" y="3054738"/>
              <a:ext cx="1007417" cy="1007417"/>
            </a:xfrm>
            <a:prstGeom prst="ellipse">
              <a:avLst/>
            </a:prstGeom>
            <a:solidFill>
              <a:srgbClr val="D8D8D8"/>
            </a:solidFill>
            <a:ln cap="flat" cmpd="sng" w="25400">
              <a:solidFill>
                <a:srgbClr val="149B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9"/>
            <p:cNvSpPr txBox="1"/>
            <p:nvPr/>
          </p:nvSpPr>
          <p:spPr>
            <a:xfrm>
              <a:off x="2691824" y="3202271"/>
              <a:ext cx="712351" cy="7123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325" lIns="13325" spcFirstLastPara="1" rIns="13325" wrap="square" tIns="1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72" name="Google Shape;272;p39"/>
            <p:cNvSpPr/>
            <p:nvPr/>
          </p:nvSpPr>
          <p:spPr>
            <a:xfrm>
              <a:off x="1017843" y="1528291"/>
              <a:ext cx="1007417" cy="1007417"/>
            </a:xfrm>
            <a:prstGeom prst="ellipse">
              <a:avLst/>
            </a:prstGeom>
            <a:solidFill>
              <a:srgbClr val="D8D8D8"/>
            </a:solidFill>
            <a:ln cap="flat" cmpd="sng" w="25400">
              <a:solidFill>
                <a:srgbClr val="149B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9"/>
            <p:cNvSpPr txBox="1"/>
            <p:nvPr/>
          </p:nvSpPr>
          <p:spPr>
            <a:xfrm>
              <a:off x="1165376" y="1675824"/>
              <a:ext cx="712351" cy="7123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325" lIns="13325" spcFirstLastPara="1" rIns="13325" wrap="square" tIns="1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pic>
        <p:nvPicPr>
          <p:cNvPr id="274" name="Google Shape;27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00" y="4725000"/>
            <a:ext cx="1254284" cy="218823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9"/>
          <p:cNvSpPr/>
          <p:nvPr/>
        </p:nvSpPr>
        <p:spPr>
          <a:xfrm flipH="1" rot="10800000">
            <a:off x="-18510" y="357505"/>
            <a:ext cx="242646" cy="27002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9"/>
          <p:cNvSpPr/>
          <p:nvPr/>
        </p:nvSpPr>
        <p:spPr>
          <a:xfrm>
            <a:off x="0" y="5048250"/>
            <a:ext cx="7530353" cy="1143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9"/>
          <p:cNvSpPr txBox="1"/>
          <p:nvPr>
            <p:ph type="title"/>
          </p:nvPr>
        </p:nvSpPr>
        <p:spPr>
          <a:xfrm>
            <a:off x="457200" y="195486"/>
            <a:ext cx="8229600" cy="59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Verdana"/>
              <a:buNone/>
            </a:pPr>
            <a:r>
              <a:rPr lang="pt-BR"/>
              <a:t>Lorem Ipsum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/>
          <p:nvPr>
            <p:ph idx="1" type="body"/>
          </p:nvPr>
        </p:nvSpPr>
        <p:spPr>
          <a:xfrm>
            <a:off x="457200" y="1200152"/>
            <a:ext cx="4438836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>
                <a:latin typeface="Verdana"/>
                <a:ea typeface="Verdana"/>
                <a:cs typeface="Verdana"/>
                <a:sym typeface="Verdana"/>
              </a:rPr>
              <a:t>Este é um exemplo de diagrama, ou “SmartArt”. Em qualquer modelo, utilize este cinza para áreas com texto, e este verde como cor de destaque. Remova efeitos de sombra ou 3D, para melhor apresentação dos dados.'</a:t>
            </a:r>
            <a:endParaRPr/>
          </a:p>
          <a:p>
            <a:pPr indent="-1016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pSp>
        <p:nvGrpSpPr>
          <p:cNvPr id="283" name="Google Shape;283;p40"/>
          <p:cNvGrpSpPr/>
          <p:nvPr/>
        </p:nvGrpSpPr>
        <p:grpSpPr>
          <a:xfrm>
            <a:off x="5551650" y="1384805"/>
            <a:ext cx="2615332" cy="2615333"/>
            <a:chOff x="874152" y="1583"/>
            <a:chExt cx="3487110" cy="3487110"/>
          </a:xfrm>
        </p:grpSpPr>
        <p:sp>
          <p:nvSpPr>
            <p:cNvPr id="284" name="Google Shape;284;p40"/>
            <p:cNvSpPr/>
            <p:nvPr/>
          </p:nvSpPr>
          <p:spPr>
            <a:xfrm>
              <a:off x="1275605" y="403035"/>
              <a:ext cx="2684205" cy="2684205"/>
            </a:xfrm>
            <a:prstGeom prst="blockArc">
              <a:avLst>
                <a:gd fmla="val 10800000" name="adj1"/>
                <a:gd fmla="val 16200000" name="adj2"/>
                <a:gd fmla="val 4642" name="adj3"/>
              </a:avLst>
            </a:prstGeom>
            <a:solidFill>
              <a:srgbClr val="149B5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40"/>
            <p:cNvSpPr/>
            <p:nvPr/>
          </p:nvSpPr>
          <p:spPr>
            <a:xfrm>
              <a:off x="1275605" y="403035"/>
              <a:ext cx="2684205" cy="2684205"/>
            </a:xfrm>
            <a:prstGeom prst="blockArc">
              <a:avLst>
                <a:gd fmla="val 5400000" name="adj1"/>
                <a:gd fmla="val 10800000" name="adj2"/>
                <a:gd fmla="val 4642" name="adj3"/>
              </a:avLst>
            </a:prstGeom>
            <a:solidFill>
              <a:srgbClr val="149B5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40"/>
            <p:cNvSpPr/>
            <p:nvPr/>
          </p:nvSpPr>
          <p:spPr>
            <a:xfrm>
              <a:off x="1275605" y="403035"/>
              <a:ext cx="2684205" cy="2684205"/>
            </a:xfrm>
            <a:prstGeom prst="blockArc">
              <a:avLst>
                <a:gd fmla="val 0" name="adj1"/>
                <a:gd fmla="val 5400000" name="adj2"/>
                <a:gd fmla="val 4642" name="adj3"/>
              </a:avLst>
            </a:prstGeom>
            <a:solidFill>
              <a:srgbClr val="149B5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40"/>
            <p:cNvSpPr/>
            <p:nvPr/>
          </p:nvSpPr>
          <p:spPr>
            <a:xfrm>
              <a:off x="1275605" y="403035"/>
              <a:ext cx="2684205" cy="2684205"/>
            </a:xfrm>
            <a:prstGeom prst="blockArc">
              <a:avLst>
                <a:gd fmla="val 16200000" name="adj1"/>
                <a:gd fmla="val 0" name="adj2"/>
                <a:gd fmla="val 4642" name="adj3"/>
              </a:avLst>
            </a:prstGeom>
            <a:solidFill>
              <a:srgbClr val="149B5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40"/>
            <p:cNvSpPr/>
            <p:nvPr/>
          </p:nvSpPr>
          <p:spPr>
            <a:xfrm>
              <a:off x="1999709" y="1127139"/>
              <a:ext cx="1235997" cy="1235997"/>
            </a:xfrm>
            <a:prstGeom prst="ellipse">
              <a:avLst/>
            </a:prstGeom>
            <a:solidFill>
              <a:srgbClr val="D8D8D8"/>
            </a:solidFill>
            <a:ln cap="flat" cmpd="sng" w="25400">
              <a:solidFill>
                <a:srgbClr val="149B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40"/>
            <p:cNvSpPr txBox="1"/>
            <p:nvPr/>
          </p:nvSpPr>
          <p:spPr>
            <a:xfrm>
              <a:off x="2180717" y="1308147"/>
              <a:ext cx="873981" cy="873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90" name="Google Shape;290;p40"/>
            <p:cNvSpPr/>
            <p:nvPr/>
          </p:nvSpPr>
          <p:spPr>
            <a:xfrm>
              <a:off x="2185108" y="1583"/>
              <a:ext cx="865198" cy="865198"/>
            </a:xfrm>
            <a:prstGeom prst="ellipse">
              <a:avLst/>
            </a:prstGeom>
            <a:solidFill>
              <a:srgbClr val="D8D8D8"/>
            </a:solidFill>
            <a:ln cap="flat" cmpd="sng" w="25400">
              <a:solidFill>
                <a:srgbClr val="149B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40"/>
            <p:cNvSpPr txBox="1"/>
            <p:nvPr/>
          </p:nvSpPr>
          <p:spPr>
            <a:xfrm>
              <a:off x="2311813" y="128288"/>
              <a:ext cx="611788" cy="611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11425" spcFirstLastPara="1" rIns="11425" wrap="square" tIns="1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92" name="Google Shape;292;p40"/>
            <p:cNvSpPr/>
            <p:nvPr/>
          </p:nvSpPr>
          <p:spPr>
            <a:xfrm>
              <a:off x="3496064" y="1312539"/>
              <a:ext cx="865198" cy="865198"/>
            </a:xfrm>
            <a:prstGeom prst="ellipse">
              <a:avLst/>
            </a:prstGeom>
            <a:solidFill>
              <a:srgbClr val="D8D8D8"/>
            </a:solidFill>
            <a:ln cap="flat" cmpd="sng" w="25400">
              <a:solidFill>
                <a:srgbClr val="149B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40"/>
            <p:cNvSpPr txBox="1"/>
            <p:nvPr/>
          </p:nvSpPr>
          <p:spPr>
            <a:xfrm>
              <a:off x="3622769" y="1439244"/>
              <a:ext cx="611788" cy="611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11425" spcFirstLastPara="1" rIns="11425" wrap="square" tIns="1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94" name="Google Shape;294;p40"/>
            <p:cNvSpPr/>
            <p:nvPr/>
          </p:nvSpPr>
          <p:spPr>
            <a:xfrm>
              <a:off x="2185108" y="2623495"/>
              <a:ext cx="865198" cy="865198"/>
            </a:xfrm>
            <a:prstGeom prst="ellipse">
              <a:avLst/>
            </a:prstGeom>
            <a:solidFill>
              <a:srgbClr val="D8D8D8"/>
            </a:solidFill>
            <a:ln cap="flat" cmpd="sng" w="25400">
              <a:solidFill>
                <a:srgbClr val="149B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40"/>
            <p:cNvSpPr txBox="1"/>
            <p:nvPr/>
          </p:nvSpPr>
          <p:spPr>
            <a:xfrm>
              <a:off x="2311813" y="2750200"/>
              <a:ext cx="611788" cy="611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11425" spcFirstLastPara="1" rIns="11425" wrap="square" tIns="1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96" name="Google Shape;296;p40"/>
            <p:cNvSpPr/>
            <p:nvPr/>
          </p:nvSpPr>
          <p:spPr>
            <a:xfrm>
              <a:off x="874152" y="1312539"/>
              <a:ext cx="865198" cy="865198"/>
            </a:xfrm>
            <a:prstGeom prst="ellipse">
              <a:avLst/>
            </a:prstGeom>
            <a:solidFill>
              <a:srgbClr val="D8D8D8"/>
            </a:solidFill>
            <a:ln cap="flat" cmpd="sng" w="25400">
              <a:solidFill>
                <a:srgbClr val="149B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40"/>
            <p:cNvSpPr txBox="1"/>
            <p:nvPr/>
          </p:nvSpPr>
          <p:spPr>
            <a:xfrm>
              <a:off x="1000857" y="1439244"/>
              <a:ext cx="611788" cy="611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11425" spcFirstLastPara="1" rIns="11425" wrap="square" tIns="1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pic>
        <p:nvPicPr>
          <p:cNvPr id="298" name="Google Shape;29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00" y="4725000"/>
            <a:ext cx="1254284" cy="21882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0"/>
          <p:cNvSpPr/>
          <p:nvPr/>
        </p:nvSpPr>
        <p:spPr>
          <a:xfrm flipH="1" rot="10800000">
            <a:off x="-18510" y="357505"/>
            <a:ext cx="242646" cy="27002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40"/>
          <p:cNvSpPr/>
          <p:nvPr/>
        </p:nvSpPr>
        <p:spPr>
          <a:xfrm>
            <a:off x="0" y="5048250"/>
            <a:ext cx="8068235" cy="1143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0"/>
          <p:cNvSpPr txBox="1"/>
          <p:nvPr>
            <p:ph type="title"/>
          </p:nvPr>
        </p:nvSpPr>
        <p:spPr>
          <a:xfrm>
            <a:off x="457200" y="195486"/>
            <a:ext cx="8229600" cy="59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Verdana"/>
              <a:buNone/>
            </a:pPr>
            <a:r>
              <a:rPr lang="pt-BR"/>
              <a:t>Lorem Ipsum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00" y="4725000"/>
            <a:ext cx="1254284" cy="21882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1"/>
          <p:cNvSpPr/>
          <p:nvPr/>
        </p:nvSpPr>
        <p:spPr>
          <a:xfrm flipH="1" rot="10800000">
            <a:off x="-18510" y="357505"/>
            <a:ext cx="242646" cy="27002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1"/>
          <p:cNvSpPr/>
          <p:nvPr/>
        </p:nvSpPr>
        <p:spPr>
          <a:xfrm>
            <a:off x="0" y="5048250"/>
            <a:ext cx="8606118" cy="1143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1"/>
          <p:cNvSpPr txBox="1"/>
          <p:nvPr>
            <p:ph type="title"/>
          </p:nvPr>
        </p:nvSpPr>
        <p:spPr>
          <a:xfrm>
            <a:off x="457200" y="195486"/>
            <a:ext cx="8229600" cy="59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Verdana"/>
              <a:buNone/>
            </a:pPr>
            <a:r>
              <a:rPr lang="pt-BR"/>
              <a:t>Lorem Ipsum</a:t>
            </a:r>
            <a:endParaRPr/>
          </a:p>
        </p:txBody>
      </p:sp>
      <p:sp>
        <p:nvSpPr>
          <p:cNvPr id="310" name="Google Shape;310;p41"/>
          <p:cNvSpPr txBox="1"/>
          <p:nvPr>
            <p:ph idx="1" type="body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55000" lnSpcReduction="20000"/>
          </a:bodyPr>
          <a:lstStyle/>
          <a:p>
            <a:pPr indent="-210820" lvl="0" marL="215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>
                <a:latin typeface="Verdana"/>
                <a:ea typeface="Verdana"/>
                <a:cs typeface="Verdana"/>
                <a:sym typeface="Verdana"/>
              </a:rPr>
              <a:t>SOBRENOME, INICIAIS. </a:t>
            </a:r>
            <a:r>
              <a:rPr b="1" lang="pt-BR">
                <a:latin typeface="Verdana"/>
                <a:ea typeface="Verdana"/>
                <a:cs typeface="Verdana"/>
                <a:sym typeface="Verdana"/>
              </a:rPr>
              <a:t>Título da publicação. </a:t>
            </a:r>
            <a:r>
              <a:rPr lang="pt-BR">
                <a:latin typeface="Verdana"/>
                <a:ea typeface="Verdana"/>
                <a:cs typeface="Verdana"/>
                <a:sym typeface="Verdana"/>
              </a:rPr>
              <a:t>In: SOBRENOME, INICIAIS. (Ed.). Título da Publicação. Local de publicação: nome da gráfica, ano de publicação. Volume, páginas. </a:t>
            </a:r>
            <a:endParaRPr/>
          </a:p>
          <a:p>
            <a:pPr indent="-127000" lvl="0" marL="2159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10820" lvl="0" marL="2159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>
                <a:latin typeface="Verdana"/>
                <a:ea typeface="Verdana"/>
                <a:cs typeface="Verdana"/>
                <a:sym typeface="Verdana"/>
              </a:rPr>
              <a:t>PORTMORE, A. C. </a:t>
            </a:r>
            <a:r>
              <a:rPr b="1" lang="pt-BR">
                <a:latin typeface="Verdana"/>
                <a:ea typeface="Verdana"/>
                <a:cs typeface="Verdana"/>
                <a:sym typeface="Verdana"/>
              </a:rPr>
              <a:t>Parvoviruses (erythema infectiosum, aplastic crisis). </a:t>
            </a:r>
            <a:r>
              <a:rPr lang="pt-BR">
                <a:latin typeface="Verdana"/>
                <a:ea typeface="Verdana"/>
                <a:cs typeface="Verdana"/>
                <a:sym typeface="Verdana"/>
              </a:rPr>
              <a:t>In: MANDELL, G. L.; BENNETT, J. E.; DOLIN, R. (Ed.). Mandell, Douglas, and Bennett’s principles and practice of infectious diseases. 4th ed. New York: Churchill Livingstone, 1995. v.1, p.439-46. </a:t>
            </a:r>
            <a:endParaRPr/>
          </a:p>
          <a:p>
            <a:pPr indent="-127000" lvl="0" marL="2159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10820" lvl="0" marL="2159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>
                <a:latin typeface="Verdana"/>
                <a:ea typeface="Verdana"/>
                <a:cs typeface="Verdana"/>
                <a:sym typeface="Verdana"/>
              </a:rPr>
              <a:t>ZANELLA, M.T. </a:t>
            </a:r>
            <a:r>
              <a:rPr b="1" lang="pt-BR">
                <a:latin typeface="Verdana"/>
                <a:ea typeface="Verdana"/>
                <a:cs typeface="Verdana"/>
                <a:sym typeface="Verdana"/>
              </a:rPr>
              <a:t>Obesidade e fatores de risco cardiovascular. </a:t>
            </a:r>
            <a:r>
              <a:rPr lang="pt-BR">
                <a:latin typeface="Verdana"/>
                <a:ea typeface="Verdana"/>
                <a:cs typeface="Verdana"/>
                <a:sym typeface="Verdana"/>
              </a:rPr>
              <a:t>In: MION, J.R. D.; NOBRE, F. (Ed.). Risco cardiovascular global: da teoria à prática. 2. ed. São Paulo: Lemos Editorial, 2000. p.109-25. </a:t>
            </a:r>
            <a:endParaRPr/>
          </a:p>
          <a:p>
            <a:pPr indent="-127000" lvl="0" marL="2159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10820" lvl="0" marL="2159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>
                <a:latin typeface="Verdana"/>
                <a:ea typeface="Verdana"/>
                <a:cs typeface="Verdana"/>
                <a:sym typeface="Verdana"/>
              </a:rPr>
              <a:t>OLIVEIRA, Z.L.C. </a:t>
            </a:r>
            <a:r>
              <a:rPr b="1" lang="pt-BR">
                <a:latin typeface="Verdana"/>
                <a:ea typeface="Verdana"/>
                <a:cs typeface="Verdana"/>
                <a:sym typeface="Verdana"/>
              </a:rPr>
              <a:t>A provisão da família: redefinição ou manutenção dos papéis?</a:t>
            </a:r>
            <a:r>
              <a:rPr lang="pt-BR">
                <a:latin typeface="Verdana"/>
                <a:ea typeface="Verdana"/>
                <a:cs typeface="Verdana"/>
                <a:sym typeface="Verdana"/>
              </a:rPr>
              <a:t> In: ARAÚJO, C.; SCALON, C. (Org.). Gênero, família e trabalho no Brasil. Rio de Janeiro: Editora FGV, 2005. p. 123-47.</a:t>
            </a:r>
            <a:endParaRPr/>
          </a:p>
          <a:p>
            <a:pPr indent="-127000" lvl="0" marL="2159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10820" lvl="0" marL="2159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>
                <a:latin typeface="Verdana"/>
                <a:ea typeface="Verdana"/>
                <a:cs typeface="Verdana"/>
                <a:sym typeface="Verdana"/>
              </a:rPr>
              <a:t>SCHAUM, Daniel. </a:t>
            </a:r>
            <a:r>
              <a:rPr b="1" lang="pt-BR">
                <a:latin typeface="Verdana"/>
                <a:ea typeface="Verdana"/>
                <a:cs typeface="Verdana"/>
                <a:sym typeface="Verdana"/>
              </a:rPr>
              <a:t>Schaum’s outline of theory and problems. </a:t>
            </a:r>
            <a:r>
              <a:rPr lang="pt-BR">
                <a:latin typeface="Verdana"/>
                <a:ea typeface="Verdana"/>
                <a:cs typeface="Verdana"/>
                <a:sym typeface="Verdana"/>
              </a:rPr>
              <a:t>5th ed. New York: Schaum Publishing, 1956. 204 p.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16510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>
            <p:ph type="ctrTitle"/>
          </p:nvPr>
        </p:nvSpPr>
        <p:spPr>
          <a:xfrm>
            <a:off x="3115060" y="1614454"/>
            <a:ext cx="5731574" cy="484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 Black"/>
              <a:buNone/>
            </a:pPr>
            <a:r>
              <a:rPr lang="pt-BR"/>
              <a:t>Obrigado!</a:t>
            </a:r>
            <a:endParaRPr/>
          </a:p>
        </p:txBody>
      </p:sp>
      <p:sp>
        <p:nvSpPr>
          <p:cNvPr id="316" name="Google Shape;316;p42"/>
          <p:cNvSpPr txBox="1"/>
          <p:nvPr>
            <p:ph idx="1" type="subTitle"/>
          </p:nvPr>
        </p:nvSpPr>
        <p:spPr>
          <a:xfrm>
            <a:off x="3124199" y="2554253"/>
            <a:ext cx="5713297" cy="1907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4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UDESC – Universidade do Estado de Santa Catarina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4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4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contato.udesc@gmail.com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4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www.udesc.br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4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www.facebook.com/udesc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4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(48) 3664-8000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4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Rua Madre Benvenuta, 2007, Itacorubi</a:t>
            </a:r>
            <a:endParaRPr sz="4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4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Florianópolis - SC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4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CEP 88035-901</a:t>
            </a:r>
            <a:endParaRPr/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